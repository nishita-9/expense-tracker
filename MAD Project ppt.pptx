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2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35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5E1FF"/>
          </a:solidFill>
          <a:ln w="12700">
            <a:solidFill>
              <a:srgbClr val="D5E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14400" y="1828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224A"/>
                </a:solidFill>
              </a:rPr>
              <a:t>Expense Tracker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92037" y="31089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498348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143000" y="5294030"/>
            <a:ext cx="4297680" cy="75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24A"/>
                </a:solidFill>
              </a:rPr>
              <a:t>Nishita Patel - 12302080601089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24A"/>
                </a:solidFill>
              </a:rPr>
              <a:t>Krishna Patel - 12302080601094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224A"/>
                </a:solidFill>
              </a:rPr>
              <a:t>Rahi Patel - 12302080601095</a:t>
            </a:r>
            <a:endParaRPr lang="en-US" sz="1600" dirty="0"/>
          </a:p>
        </p:txBody>
      </p:sp>
      <p:pic>
        <p:nvPicPr>
          <p:cNvPr id="12" name="Image 0" descr="/mnt/user-data/outputs/asset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194560"/>
            <a:ext cx="4937760" cy="285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785"/>
                </a:solidFill>
              </a:rPr>
              <a:t>The Expense Tracker is a simple mobile application for recording daily expenses and keeping spending within a monthly budget.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3200400"/>
            <a:ext cx="822960" cy="822960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3410712"/>
            <a:ext cx="402336" cy="4023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6012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24A"/>
                </a:solidFill>
              </a:rPr>
              <a:t>Record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709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785"/>
                </a:solidFill>
              </a:rPr>
              <a:t>Add expenses with a title, amount and category.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89120" y="292608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709160" y="3200400"/>
            <a:ext cx="822960" cy="822960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41071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70916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24A"/>
                </a:solidFill>
              </a:rPr>
              <a:t>Track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4709160" y="4709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785"/>
                </a:solidFill>
              </a:rPr>
              <a:t>See total spent and remaining budget at a glance.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8138160" y="292608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458200" y="3200400"/>
            <a:ext cx="822960" cy="822960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341071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5820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24A"/>
                </a:solidFill>
              </a:rPr>
              <a:t>Keep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4709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785"/>
                </a:solidFill>
              </a:rPr>
              <a:t>Data is stored on the device and restored on reopening.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53035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676656" cy="676656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3055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828800" y="17373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224A"/>
                </a:solidFill>
              </a:rPr>
              <a:t>People often find it difficult to remember their daily expenses.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17920" y="1645920"/>
            <a:ext cx="53035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92240" y="1965960"/>
            <a:ext cx="676656" cy="676656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13055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17373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224A"/>
                </a:solidFill>
              </a:rPr>
              <a:t>Manual expense records can be time-consuming and difficult to maintain.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40080" y="3154680"/>
            <a:ext cx="53035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14400" y="3474720"/>
            <a:ext cx="676656" cy="676656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63931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28800" y="32461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224A"/>
                </a:solidFill>
              </a:rPr>
              <a:t>Without proper tracking, users may exceed their budget.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6217920" y="3154680"/>
            <a:ext cx="53035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92240" y="3474720"/>
            <a:ext cx="676656" cy="676656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63931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6640" y="32461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224A"/>
                </a:solidFill>
              </a:rPr>
              <a:t>It can be difficult to identify where money is being spent.</a:t>
            </a:r>
            <a:endParaRPr lang="en-US" sz="1900" dirty="0"/>
          </a:p>
        </p:txBody>
      </p:sp>
      <p:sp>
        <p:nvSpPr>
          <p:cNvPr id="24" name="Shape 18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10714"/>
            </a:avLst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 txBox="1"/>
          <p:nvPr/>
        </p:nvSpPr>
        <p:spPr>
          <a:xfrm>
            <a:off x="1005840" y="484632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Therefore, a simple mobile application is needed to record expenses and monitor budget usage.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8680" y="1856232"/>
            <a:ext cx="822960" cy="585216"/>
          </a:xfrm>
          <a:prstGeom prst="roundRect">
            <a:avLst>
              <a:gd name="adj" fmla="val 18750"/>
            </a:avLst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68680" y="18562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16916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224A"/>
                </a:solidFill>
              </a:rPr>
              <a:t>Record daily expenses quickly with categories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" y="2999232"/>
            <a:ext cx="822960" cy="585216"/>
          </a:xfrm>
          <a:prstGeom prst="roundRect">
            <a:avLst>
              <a:gd name="adj" fmla="val 18750"/>
            </a:avLst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68680" y="29992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346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224A"/>
                </a:solidFill>
              </a:rPr>
              <a:t>Calculate total spent and remaining budget automatically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813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68680" y="4142232"/>
            <a:ext cx="822960" cy="585216"/>
          </a:xfrm>
          <a:prstGeom prst="roundRect">
            <a:avLst>
              <a:gd name="adj" fmla="val 18750"/>
            </a:avLst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68680" y="41422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9776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224A"/>
                </a:solidFill>
              </a:rPr>
              <a:t>Let users set and update a budget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68680" y="5285232"/>
            <a:ext cx="822960" cy="585216"/>
          </a:xfrm>
          <a:prstGeom prst="roundRect">
            <a:avLst>
              <a:gd name="adj" fmla="val 18750"/>
            </a:avLst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68680" y="52852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1206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224A"/>
                </a:solidFill>
              </a:rPr>
              <a:t>Keep saved records available after restarting the app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38328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1901952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05740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901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24A"/>
                </a:solidFill>
              </a:rPr>
              <a:t>React Native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974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Framework used to build the mobile application interface.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89120" y="1645920"/>
            <a:ext cx="338328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63440" y="1901952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05740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40680" y="1901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24A"/>
                </a:solidFill>
              </a:rPr>
              <a:t>TypeScript / JavaScript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26974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Used to implement app logic, calculations, and user interactions.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138160" y="1645920"/>
            <a:ext cx="338328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412480" y="1901952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05740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89720" y="1901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24A"/>
                </a:solidFill>
              </a:rPr>
              <a:t>Visual Studio Code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26974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Used to write and manage the project code.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2514600" y="4023360"/>
            <a:ext cx="338328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2788920" y="4279392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368" y="443484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566160" y="42793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24A"/>
                </a:solidFill>
              </a:rPr>
              <a:t>Android SDK and Gradle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2788920" y="5074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Used to build, install, and run the app on the Android emulator.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263640" y="4023360"/>
            <a:ext cx="338328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6537960" y="4279392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443484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15200" y="42793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24A"/>
                </a:solidFill>
              </a:rPr>
              <a:t>AsyncStorage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6537960" y="5074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Stores expense records and the budget locally on the device.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APPLICATION WORKFLOW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551" y="1600199"/>
            <a:ext cx="11550770" cy="49903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dirty="0"/>
              <a:t>    </a:t>
            </a:r>
            <a:r>
              <a:rPr lang="en-US" b="1" dirty="0"/>
              <a:t> </a:t>
            </a:r>
            <a:r>
              <a:rPr lang="en-US" sz="2000" b="1" dirty="0"/>
              <a:t>Working of the application:</a:t>
            </a:r>
            <a:br>
              <a:rPr lang="en-US" sz="2000" u="sng" dirty="0"/>
            </a:br>
            <a:br>
              <a:rPr lang="en-US" dirty="0"/>
            </a:br>
            <a:r>
              <a:rPr lang="en-US" dirty="0"/>
              <a:t>      1. The user opens the Expense Tracker app</a:t>
            </a:r>
            <a:br>
              <a:rPr lang="en-US" dirty="0"/>
            </a:br>
            <a:r>
              <a:rPr lang="en-US" dirty="0"/>
              <a:t>      2. The app loads saved expenses and the budget from local storage</a:t>
            </a:r>
            <a:br>
              <a:rPr lang="en-US" dirty="0"/>
            </a:br>
            <a:r>
              <a:rPr lang="en-US" dirty="0"/>
              <a:t>      3. The user adds an expense by entering its title, amount, and category</a:t>
            </a:r>
            <a:br>
              <a:rPr lang="en-US" dirty="0"/>
            </a:br>
            <a:r>
              <a:rPr lang="en-US" dirty="0"/>
              <a:t>      4. The application updates the total spent and remaining budget</a:t>
            </a:r>
            <a:br>
              <a:rPr lang="en-US" dirty="0"/>
            </a:br>
            <a:r>
              <a:rPr lang="en-US" dirty="0"/>
              <a:t>      5. The expense list is updated on the screen</a:t>
            </a:r>
            <a:br>
              <a:rPr lang="en-US" dirty="0"/>
            </a:br>
            <a:r>
              <a:rPr lang="en-US" dirty="0"/>
              <a:t>      6. Changes are saved using </a:t>
            </a:r>
            <a:r>
              <a:rPr lang="en-US" dirty="0" err="1"/>
              <a:t>AsyncStorage</a:t>
            </a:r>
            <a:endParaRPr lang="en-IN" dirty="0"/>
          </a:p>
        </p:txBody>
      </p:sp>
      <p:pic>
        <p:nvPicPr>
          <p:cNvPr id="9" name="Image 0" descr="/mnt/user-data/outputs/assets/flow.png"/>
          <p:cNvPicPr>
            <a:picLocks noChangeAspect="1"/>
          </p:cNvPicPr>
          <p:nvPr/>
        </p:nvPicPr>
        <p:blipFill>
          <a:blip r:embed="rId3"/>
          <a:srcRect l="7844" r="6545"/>
          <a:stretch>
            <a:fillRect/>
          </a:stretch>
        </p:blipFill>
        <p:spPr>
          <a:xfrm>
            <a:off x="5840083" y="3361589"/>
            <a:ext cx="5400135" cy="303921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MAJOR 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8680" y="184708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8424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686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Add Expense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9077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Enter the expense title, amount, and category.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83280" y="164592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611880" y="184708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98424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118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Expense Categories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9077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Food, Transport, Education, Shopping, Entertainment, Bills, and Other.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26480" y="164592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55080" y="184708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Total Spent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29077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Automatically calculates the total of recorded expenses.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869680" y="164592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9098280" y="184708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1984248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982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Budget Management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098280" y="29077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Allows the user to set or update a budget.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40080" y="40233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868680" y="422452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361688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6868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Remaining Budget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68680" y="52852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Shows the amount left after expenses.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3383280" y="40233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3611880" y="422452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4361688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61188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Delete Expense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3611880" y="52852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Removes an expense from the list.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6126480" y="40233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6355080" y="422452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361688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35508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Local Data Storage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6355080" y="52852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Keeps saved records available after restarting the app.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8869680" y="40233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5"/>
          <p:cNvSpPr/>
          <p:nvPr/>
        </p:nvSpPr>
        <p:spPr>
          <a:xfrm>
            <a:off x="9098280" y="4224528"/>
            <a:ext cx="566928" cy="56692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0" y="4361688"/>
            <a:ext cx="292608" cy="29260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09828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24A"/>
                </a:solidFill>
              </a:rPr>
              <a:t>Expense List</a:t>
            </a:r>
            <a:endParaRPr lang="en-US" sz="1800" dirty="0"/>
          </a:p>
        </p:txBody>
      </p:sp>
      <p:sp>
        <p:nvSpPr>
          <p:cNvPr id="47" name="Text 37"/>
          <p:cNvSpPr txBox="1"/>
          <p:nvPr/>
        </p:nvSpPr>
        <p:spPr>
          <a:xfrm>
            <a:off x="9098280" y="52852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</a:rPr>
              <a:t>Displays recorded expenses with relevant details and icons.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USER INTERFACE &amp; SCREEENSHOTS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4754880" cy="4754880"/>
          </a:xfrm>
          <a:prstGeom prst="roundRect">
            <a:avLst>
              <a:gd name="adj" fmla="val 288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24A"/>
                </a:solidFill>
              </a:rPr>
              <a:t>Home Dashboard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860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Total spent, monthly budget, remaining amount, transaction count, average expense and recent expenses.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4023360"/>
            <a:ext cx="4297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09728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24A"/>
                </a:solidFill>
              </a:rPr>
              <a:t>Add Expense Form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663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85"/>
                </a:solidFill>
              </a:rPr>
              <a:t>Enter a title and amount in ₹, choose a category, then save the expense.</a:t>
            </a:r>
            <a:endParaRPr lang="en-US" sz="1600" dirty="0"/>
          </a:p>
        </p:txBody>
      </p:sp>
      <p:pic>
        <p:nvPicPr>
          <p:cNvPr id="14" name="Image 0" descr="/mnt/user-data/outputs/assets/ap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54480"/>
            <a:ext cx="2234565" cy="4754880"/>
          </a:xfrm>
          <a:prstGeom prst="rect">
            <a:avLst/>
          </a:prstGeom>
        </p:spPr>
      </p:pic>
      <p:pic>
        <p:nvPicPr>
          <p:cNvPr id="15" name="Image 1" descr="/mnt/user-data/outputs/assets/ap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365" y="1554480"/>
            <a:ext cx="225910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TESTING &amp;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766560" cy="46085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Open the application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Home screen loads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Add an expense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Expense appears in the list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Delete an expense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Selected expense is removed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Update the budget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New budget is displayed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Close and reopen the app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Saved data is restored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Add multiple expenses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14224A"/>
                          </a:solidFill>
                        </a:rPr>
                        <a:t>Total spent updates correctly</a:t>
                      </a:r>
                      <a:endParaRPr lang="en-US" sz="1900" dirty="0"/>
                    </a:p>
                  </a:txBody>
                  <a:tcPr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600200"/>
            <a:ext cx="3749040" cy="4480560"/>
          </a:xfrm>
          <a:prstGeom prst="roundRect">
            <a:avLst>
              <a:gd name="adj" fmla="val 3659"/>
            </a:avLst>
          </a:prstGeom>
          <a:solidFill>
            <a:srgbClr val="EAF0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7"/>
          <p:cNvSpPr txBox="1"/>
          <p:nvPr/>
        </p:nvSpPr>
        <p:spPr>
          <a:xfrm>
            <a:off x="804672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55D6"/>
                </a:solidFill>
              </a:rPr>
              <a:t>Results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228600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24A"/>
                </a:solidFill>
              </a:rPr>
              <a:t>The application runs on the Android emulator.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24A"/>
                </a:solidFill>
              </a:rPr>
              <a:t>Users can manage expenses through the mobile interface.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4224A"/>
                </a:solidFill>
              </a:rPr>
              <a:t>Spending totals and remaining budget are calculated automatically.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355D6"/>
          </a:solidFill>
          <a:ln w="12700">
            <a:solidFill>
              <a:srgbClr val="2355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0" cy="16459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24A"/>
                </a:solidFill>
              </a:rPr>
              <a:t>CONCLUSION &amp; FUTURE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097280" cy="6400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85"/>
                </a:solidFill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640080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914400" y="1783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55D6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3317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4224A"/>
                </a:solidFill>
              </a:rPr>
              <a:t>The Expense Tracker successfully demonstrates the development of a mobile application using React Native.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4224A"/>
                </a:solidFill>
              </a:rPr>
              <a:t>It simplifies recording and managing daily expenses.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4224A"/>
                </a:solidFill>
              </a:rPr>
              <a:t>It calculates spending totals and remaining budget.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4224A"/>
                </a:solidFill>
              </a:rPr>
              <a:t>AsyncStorage provides local data persistence.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4224A"/>
                </a:solidFill>
              </a:rPr>
              <a:t>The project demonstrates mobile UI development, state management, calculations, and storage.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0" y="1645920"/>
            <a:ext cx="4206240" cy="4480560"/>
          </a:xfrm>
          <a:prstGeom prst="roundRect">
            <a:avLst>
              <a:gd name="adj" fmla="val 3261"/>
            </a:avLst>
          </a:prstGeom>
          <a:solidFill>
            <a:srgbClr val="14224A"/>
          </a:solidFill>
          <a:ln w="12700">
            <a:solidFill>
              <a:srgbClr val="142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5895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B134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331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Add monthly and yearly expense reports.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Include charts and spending analysis.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Add cloud backup and user authentication.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639</Words>
  <Application>Microsoft Office PowerPoint</Application>
  <PresentationFormat>Widescreen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</dc:title>
  <dc:subject>PptxGenJS Presentation</dc:subject>
  <dc:creator>Nishita Patel, Krishna Patel, Rahi Patel</dc:creator>
  <cp:lastModifiedBy>nishitap999@gmail.com</cp:lastModifiedBy>
  <cp:revision>2</cp:revision>
  <dcterms:created xsi:type="dcterms:W3CDTF">2026-10-24T06:24:10Z</dcterms:created>
  <dcterms:modified xsi:type="dcterms:W3CDTF">2026-10-24T09:26:38Z</dcterms:modified>
</cp:coreProperties>
</file>